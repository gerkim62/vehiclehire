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64008" cy="411480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Eastern Africa, Baraton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41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 492 · Senior Project 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Hire and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Tracking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2560320" cy="36576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Gerison Kimathi Muriungi</a:t>
            </a:r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SMURGE2311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Information Systems &amp; Computing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Omari Dickson Mogaka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640080" cy="27432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41248"/>
            <a:ext cx="5303520" cy="3931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
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hire industry is rapidly growing across East Africa, driven by urbanization, business travel, and tourism. Yet most small and medium-scale agents still rely on phone calls, paper logs, and manual agreements to manage bookings, track vehicles, and compute charges.
</a:t>
            </a:r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
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web technologies and real-time databases now make it feasible to build affordable, cloud-based platforms that serve both agents and clients simultaneously — automating session management, providing live cost tracking, and capturing approximate vehicle location from the client's device.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932688"/>
            <a:ext cx="2834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932688"/>
            <a:ext cx="64008" cy="109728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133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Africa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08192" y="1481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growing hire market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212848"/>
            <a:ext cx="2834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2212848"/>
            <a:ext cx="64008" cy="109728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4140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276148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hard to audit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3493008"/>
            <a:ext cx="2834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3493008"/>
            <a:ext cx="64008" cy="109728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69417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tech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08192" y="404164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live tracking &amp; billing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96112"/>
            <a:ext cx="8138160" cy="11704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hire agents and clients lack a centralized digital platform to manage the full hire lifecycle — from listing and booking through live session tracking to billing and completion.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402336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real-time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715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cannot see which vehicles are in use, by whom, or how long a session has been running.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28600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286000"/>
            <a:ext cx="402336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transparent billing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715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have no access to live charge accumulation during their hire, leading to disputes.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47872"/>
            <a:ext cx="402336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fleet awareness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zero location awareness of vehicles currently out with clients.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547872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547872"/>
            <a:ext cx="402336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trust experience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977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result in billing disputes, unaccounted usage, and unresolved complaints.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412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web-based platform that digitizes the full car hire workflow through three user roles: Admin, Agent, and Client.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89888"/>
            <a:ext cx="411480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572768"/>
            <a:ext cx="402336" cy="402336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5727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Onboarding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842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register and, upon Admin approval, list vehicles with defined hire rates and session charge parameters.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389888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89888"/>
            <a:ext cx="411480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1572768"/>
            <a:ext cx="402336" cy="402336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5727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Booking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98424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browse approved listings, place hire orders (Pending), and wait for session initiation at vehicle pickup.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62656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62656"/>
            <a:ext cx="411480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145536"/>
            <a:ext cx="402336" cy="402336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145536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Session Tracking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557016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pickup, a real-time timer and charge meter start. The client's device streams approximate GPS coordinates to the agent dashboard.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62656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62656"/>
            <a:ext cx="4114800" cy="6400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3145536"/>
            <a:ext cx="402336" cy="402336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145536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&amp; Billing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557016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return, the session is marked Complete. A final invoice is generated and payment processed via Paystack (M-Pesa, Airtel Money, card).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8503920" cy="713232"/>
          </a:xfrm>
          <a:prstGeom prst="rect">
            <a:avLst/>
          </a:prstGeom>
          <a:solidFill>
            <a:srgbClr val="EE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987552"/>
            <a:ext cx="475488" cy="47548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9418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web-based platform enabling car hire agents to register, list vehicles, and manage hire operations following administrator approval.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783080"/>
            <a:ext cx="475488" cy="47548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17373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real-time session tracking including elapsed duration and live charge accumulation based on agent-defined rates, visible to both client and agent.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59736"/>
            <a:ext cx="8503920" cy="713232"/>
          </a:xfrm>
          <a:prstGeom prst="rect">
            <a:avLst/>
          </a:prstGeom>
          <a:solidFill>
            <a:srgbClr val="EE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78608"/>
            <a:ext cx="475488" cy="47548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5328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capture and display approximate vehicle location from the client's mobile device during active hire, giving agents fleet-wide location awareness.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5526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374136"/>
            <a:ext cx="475488" cy="47548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32841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Paystack payment processing — supporting M-Pesa, Airtel Money, and card — and Nodemailer email notifications for billing and communication.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50792"/>
            <a:ext cx="8503920" cy="713232"/>
          </a:xfrm>
          <a:prstGeom prst="rect">
            <a:avLst/>
          </a:prstGeom>
          <a:solidFill>
            <a:srgbClr val="EEF2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69664"/>
            <a:ext cx="475488" cy="475488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9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12394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enable clients to submit reviews and ratings for completed hire sessions, improving agent accountability and service quality.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Diagram —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pic>
        <p:nvPicPr>
          <p:cNvPr id="9" name="Image 0" descr="/mnt/user-data/uploads/1774175441876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88696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8696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9784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27101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(TypeScript) · TanStack Router · Tailwind 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4708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4708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9385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23113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— real-time BaaS with reactive database &amp; server functions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0720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8986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19125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 with Google OAuth 2.0 (email/password + social sign-in)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6732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587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415137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Geolocation API — client-side GPS coordinates streamed via Convex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88696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8696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97840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127101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— M-Pesa, Airtel Money, card (PCI-DSS Level 1 certified)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4708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19385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223113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— transactional emails for bookings, sessions, receipts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07208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07208"/>
            <a:ext cx="64008" cy="80467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8986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/ Dev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19125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(UI prototyping) · Git / GitHub (version control)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Functionality &amp;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097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Hire and Session Tracking System  ·  INSY 492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435608"/>
            <a:ext cx="0" cy="219456"/>
          </a:xfrm>
          <a:prstGeom prst="line">
            <a:avLst/>
          </a:prstGeom>
          <a:noFill/>
          <a:ln w="19050">
            <a:solidFill>
              <a:srgbClr val="C995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960120"/>
            <a:ext cx="502920" cy="50292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960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Registration &amp; Approval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216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registers → Admin approves → Agent lists vehicles with hire rates.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221992"/>
            <a:ext cx="0" cy="219456"/>
          </a:xfrm>
          <a:prstGeom prst="line">
            <a:avLst/>
          </a:prstGeom>
          <a:noFill/>
          <a:ln w="19050">
            <a:solidFill>
              <a:srgbClr val="C995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746504"/>
            <a:ext cx="502920" cy="50292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1746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Browsing &amp; Booking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0025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browses listings → places hire order → booking status: Pending.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008376"/>
            <a:ext cx="0" cy="219456"/>
          </a:xfrm>
          <a:prstGeom prst="line">
            <a:avLst/>
          </a:prstGeom>
          <a:noFill/>
          <a:ln w="19050">
            <a:solidFill>
              <a:srgbClr val="C995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532888"/>
            <a:ext cx="502920" cy="50292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2532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Start (Pending → In Progress)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2788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picks up vehicle → timer starts → live GPS coordinates stream to agent.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3794760"/>
            <a:ext cx="0" cy="219456"/>
          </a:xfrm>
          <a:prstGeom prst="line">
            <a:avLst/>
          </a:prstGeom>
          <a:noFill/>
          <a:ln w="19050">
            <a:solidFill>
              <a:srgbClr val="C995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319272"/>
            <a:ext cx="502920" cy="50292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3319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Monitoring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5753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sees elapsed time + accrued charge. Agent sees all active vehicles with live location.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105656"/>
            <a:ext cx="502920" cy="50292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4105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&amp; Billing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4361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returned → session Completed → invoice generated → Paystack payment → receipt email.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1188720"/>
            <a:ext cx="3931920" cy="36576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325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325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435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Module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1764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vehicles, dashboard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0" y="1325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1325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1435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Module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1764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book, live session, history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2468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2468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Module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37760" y="2907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Approval, users, analytics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0" y="2468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2468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Module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949440" y="2907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timer, GPS streaming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611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3611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3721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Module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937760" y="4050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calc, invoice, Paystack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0" y="36118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3611880"/>
            <a:ext cx="1828800" cy="640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3721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D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Module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49440" y="40507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for all key events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Hire and Session Tracking System</dc:title>
  <dc:subject>PptxGenJS Presentation</dc:subject>
  <dc:creator>PptxGenJS</dc:creator>
  <cp:lastModifiedBy>PptxGenJS</cp:lastModifiedBy>
  <cp:revision>1</cp:revision>
  <dcterms:created xsi:type="dcterms:W3CDTF">2026-03-22T10:32:22Z</dcterms:created>
  <dcterms:modified xsi:type="dcterms:W3CDTF">2026-03-22T10:32:22Z</dcterms:modified>
</cp:coreProperties>
</file>